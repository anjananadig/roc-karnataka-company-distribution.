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864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Karnataka Company Registration Analysis 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76368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SQL Data Cleaning &amp; Power BI Dashboard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98502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Prepared by: Gouri N Parvatagoudar &amp; Anjana Nadig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Role: Data Analyst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42228"/>
            <a:ext cx="78089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Project Objective &amp; Dataset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798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E2C2B3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Objective: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5470088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Clean and standardize Karnataka RoC data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Assign accurate districts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Build interactive dashboard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599521" y="481798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E2C2B3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Dataset: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7599521" y="5470088"/>
            <a:ext cx="6244709" cy="197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Source: Open Government Data (OGD) Platform India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Dataset Name: RoC Company Master Data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Key fields: CIN, Address, Registration Date, Capital, Status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030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8669" y="3122652"/>
            <a:ext cx="5338286" cy="625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Data Cleaning in SQL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78669" y="4013597"/>
            <a:ext cx="3135749" cy="1746171"/>
          </a:xfrm>
          <a:prstGeom prst="roundRect">
            <a:avLst>
              <a:gd name="adj" fmla="val 1720"/>
            </a:avLst>
          </a:prstGeom>
          <a:solidFill>
            <a:srgbClr val="5F5153"/>
          </a:solidFill>
          <a:ln/>
        </p:spPr>
      </p:sp>
      <p:sp>
        <p:nvSpPr>
          <p:cNvPr id="5" name="Text 2"/>
          <p:cNvSpPr/>
          <p:nvPr/>
        </p:nvSpPr>
        <p:spPr>
          <a:xfrm>
            <a:off x="978813" y="4213741"/>
            <a:ext cx="2735461" cy="62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Data Exploration &amp; Profiling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4091107" y="4013597"/>
            <a:ext cx="3135749" cy="1746171"/>
          </a:xfrm>
          <a:prstGeom prst="roundRect">
            <a:avLst>
              <a:gd name="adj" fmla="val 1720"/>
            </a:avLst>
          </a:prstGeom>
          <a:solidFill>
            <a:srgbClr val="5F5153"/>
          </a:solidFill>
          <a:ln/>
        </p:spPr>
      </p:sp>
      <p:sp>
        <p:nvSpPr>
          <p:cNvPr id="7" name="Text 4"/>
          <p:cNvSpPr/>
          <p:nvPr/>
        </p:nvSpPr>
        <p:spPr>
          <a:xfrm>
            <a:off x="4291251" y="4213741"/>
            <a:ext cx="2735461" cy="62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Duplicate Record Elimination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7403544" y="4013597"/>
            <a:ext cx="3135749" cy="1746171"/>
          </a:xfrm>
          <a:prstGeom prst="roundRect">
            <a:avLst>
              <a:gd name="adj" fmla="val 1720"/>
            </a:avLst>
          </a:prstGeom>
          <a:solidFill>
            <a:srgbClr val="5F5153"/>
          </a:solidFill>
          <a:ln/>
        </p:spPr>
      </p:sp>
      <p:sp>
        <p:nvSpPr>
          <p:cNvPr id="9" name="Text 6"/>
          <p:cNvSpPr/>
          <p:nvPr/>
        </p:nvSpPr>
        <p:spPr>
          <a:xfrm>
            <a:off x="7603688" y="4213741"/>
            <a:ext cx="2735461" cy="62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NULL Value Management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7603688" y="4945261"/>
            <a:ext cx="2735461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10715982" y="4013597"/>
            <a:ext cx="3135749" cy="1746171"/>
          </a:xfrm>
          <a:prstGeom prst="roundRect">
            <a:avLst>
              <a:gd name="adj" fmla="val 1720"/>
            </a:avLst>
          </a:prstGeom>
          <a:solidFill>
            <a:srgbClr val="5F5153"/>
          </a:solidFill>
          <a:ln/>
        </p:spPr>
      </p:sp>
      <p:sp>
        <p:nvSpPr>
          <p:cNvPr id="12" name="Text 9"/>
          <p:cNvSpPr/>
          <p:nvPr/>
        </p:nvSpPr>
        <p:spPr>
          <a:xfrm>
            <a:off x="10916126" y="4213741"/>
            <a:ext cx="2735461" cy="938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Row_ID Creation &amp; Primary Key Enforcement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0916126" y="5258038"/>
            <a:ext cx="2735461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778669" y="5958602"/>
            <a:ext cx="3135749" cy="1651397"/>
          </a:xfrm>
          <a:prstGeom prst="roundRect">
            <a:avLst>
              <a:gd name="adj" fmla="val 1819"/>
            </a:avLst>
          </a:prstGeom>
          <a:solidFill>
            <a:srgbClr val="5F5153"/>
          </a:solidFill>
          <a:ln/>
        </p:spPr>
      </p:sp>
      <p:sp>
        <p:nvSpPr>
          <p:cNvPr id="15" name="Text 12"/>
          <p:cNvSpPr/>
          <p:nvPr/>
        </p:nvSpPr>
        <p:spPr>
          <a:xfrm>
            <a:off x="978813" y="6158746"/>
            <a:ext cx="2735461" cy="62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District Column Creation</a:t>
            </a:r>
            <a:endParaRPr lang="en-US" sz="1950" dirty="0"/>
          </a:p>
        </p:txBody>
      </p:sp>
      <p:sp>
        <p:nvSpPr>
          <p:cNvPr id="16" name="Shape 13"/>
          <p:cNvSpPr/>
          <p:nvPr/>
        </p:nvSpPr>
        <p:spPr>
          <a:xfrm>
            <a:off x="4091107" y="5958602"/>
            <a:ext cx="3135749" cy="1651397"/>
          </a:xfrm>
          <a:prstGeom prst="roundRect">
            <a:avLst>
              <a:gd name="adj" fmla="val 1819"/>
            </a:avLst>
          </a:prstGeom>
          <a:solidFill>
            <a:srgbClr val="5F5153"/>
          </a:solidFill>
          <a:ln/>
        </p:spPr>
      </p:sp>
      <p:sp>
        <p:nvSpPr>
          <p:cNvPr id="17" name="Text 14"/>
          <p:cNvSpPr/>
          <p:nvPr/>
        </p:nvSpPr>
        <p:spPr>
          <a:xfrm>
            <a:off x="4291251" y="6158746"/>
            <a:ext cx="2735461" cy="62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Address Format Standardization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7403544" y="5958602"/>
            <a:ext cx="3135749" cy="1651397"/>
          </a:xfrm>
          <a:prstGeom prst="roundRect">
            <a:avLst>
              <a:gd name="adj" fmla="val 1819"/>
            </a:avLst>
          </a:prstGeom>
          <a:solidFill>
            <a:srgbClr val="5F5153"/>
          </a:solidFill>
          <a:ln/>
        </p:spPr>
      </p:sp>
      <p:sp>
        <p:nvSpPr>
          <p:cNvPr id="19" name="Text 16"/>
          <p:cNvSpPr/>
          <p:nvPr/>
        </p:nvSpPr>
        <p:spPr>
          <a:xfrm>
            <a:off x="7603688" y="6158746"/>
            <a:ext cx="2735461" cy="1251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District Normalization via Address-Based Validation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10715982" y="5958602"/>
            <a:ext cx="3135749" cy="1651397"/>
          </a:xfrm>
          <a:prstGeom prst="roundRect">
            <a:avLst>
              <a:gd name="adj" fmla="val 1819"/>
            </a:avLst>
          </a:prstGeom>
          <a:solidFill>
            <a:srgbClr val="5F5153"/>
          </a:solidFill>
          <a:ln/>
        </p:spPr>
      </p:sp>
      <p:sp>
        <p:nvSpPr>
          <p:cNvPr id="21" name="Text 18"/>
          <p:cNvSpPr/>
          <p:nvPr/>
        </p:nvSpPr>
        <p:spPr>
          <a:xfrm>
            <a:off x="10916126" y="6158746"/>
            <a:ext cx="2735461" cy="62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Controlled Updates &amp; Final Validation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10916126" y="6890266"/>
            <a:ext cx="2735461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4824" y="1000482"/>
            <a:ext cx="7011591" cy="650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Data Modeling in Power BI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6214824" y="1937266"/>
            <a:ext cx="208121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14824" y="2268141"/>
            <a:ext cx="3748087" cy="2286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6" name="Text 3"/>
          <p:cNvSpPr/>
          <p:nvPr/>
        </p:nvSpPr>
        <p:spPr>
          <a:xfrm>
            <a:off x="6214824" y="2417921"/>
            <a:ext cx="3748087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Imported cleaned SQL dataset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153888" y="1937266"/>
            <a:ext cx="208121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53888" y="2268141"/>
            <a:ext cx="3748087" cy="2286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9" name="Text 6"/>
          <p:cNvSpPr/>
          <p:nvPr/>
        </p:nvSpPr>
        <p:spPr>
          <a:xfrm>
            <a:off x="10153888" y="2417921"/>
            <a:ext cx="273296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Created Star Schema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214824" y="3415308"/>
            <a:ext cx="208121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14824" y="3746183"/>
            <a:ext cx="7687151" cy="2286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12" name="Text 9"/>
          <p:cNvSpPr/>
          <p:nvPr/>
        </p:nvSpPr>
        <p:spPr>
          <a:xfrm>
            <a:off x="6214824" y="3895963"/>
            <a:ext cx="5126117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Established One-to-Many relationships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214824" y="4782979"/>
            <a:ext cx="2601635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E2C2B3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Fact Table: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214824" y="5299115"/>
            <a:ext cx="3589734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Company Master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319861" y="4782979"/>
            <a:ext cx="2601635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E2C2B3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Dimensions: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0319861" y="5299115"/>
            <a:ext cx="3589734" cy="1863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Date</a:t>
            </a:r>
            <a:endParaRPr lang="en-US" sz="16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District</a:t>
            </a:r>
            <a:endParaRPr lang="en-US" sz="16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Status</a:t>
            </a:r>
            <a:endParaRPr lang="en-US" sz="16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Company_Type</a:t>
            </a:r>
            <a:endParaRPr lang="en-US" sz="16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NIC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361" y="624364"/>
            <a:ext cx="5099209" cy="601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Dashboard Overview</a:t>
            </a:r>
            <a:endParaRPr lang="en-US" sz="3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1065" y="1470660"/>
            <a:ext cx="10928271" cy="61345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0"/>
            <a:ext cx="91440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888" y="2306479"/>
            <a:ext cx="8576905" cy="361664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054656"/>
            <a:ext cx="38988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Registration Trend Analysis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93790" y="3521154"/>
            <a:ext cx="3898821" cy="18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The year-wise trend reveals clear patterns in company registration activity across Karnataka.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5675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C2B3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Analysis Shows: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93790" y="6369844"/>
            <a:ext cx="3898821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Growth pattern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Peak registration years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56667"/>
            <a:ext cx="74620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Key Insights &amp; Challenges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232422"/>
            <a:ext cx="333922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E2C2B3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Insights: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2884527"/>
            <a:ext cx="3339227" cy="386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Bengaluru Urban dominates company registrations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Majority companies are Active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Clear year-wise growth trend observed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Standardized district mapping improved analytical accuracy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180439" y="223242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E2C2B3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Challenges: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0180439" y="2884527"/>
            <a:ext cx="3663672" cy="430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Duplicate and inconsistent records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Address-based district ambiguity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Extensive address verification for district normalization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Many-to-one relationship modeling issue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Raw district spelling variations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2241" y="640437"/>
            <a:ext cx="5587841" cy="698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Conclusion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782241" y="1669137"/>
            <a:ext cx="7579519" cy="177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1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This project successfully standardized and modeled RoC Karnataka data to deliver reliable district-level business insights through structured SQL processing and Power BI visualization. 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782241" y="3691890"/>
            <a:ext cx="7579519" cy="88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1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Demonstrates end-to-end data analytics workflow from raw data processing to insight generation.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782241" y="4909661"/>
            <a:ext cx="5587841" cy="698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Future Scope</a:t>
            </a:r>
            <a:endParaRPr lang="en-US" sz="4350" dirty="0"/>
          </a:p>
        </p:txBody>
      </p:sp>
      <p:sp>
        <p:nvSpPr>
          <p:cNvPr id="7" name="Text 4"/>
          <p:cNvSpPr/>
          <p:nvPr/>
        </p:nvSpPr>
        <p:spPr>
          <a:xfrm>
            <a:off x="782241" y="5938361"/>
            <a:ext cx="7579519" cy="165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Industry and capital-based segmentation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Predictive growth analysis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Automation of mapping logic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Scalable deployment for multi-state analysis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09067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Thank You!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6280190" y="4766905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We appreciate your time and attention.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2026-03-01T11:31:27Z</dcterms:created>
  <dcterms:modified xsi:type="dcterms:W3CDTF">2026-03-01T11:31:27Z</dcterms:modified>
</cp:coreProperties>
</file>